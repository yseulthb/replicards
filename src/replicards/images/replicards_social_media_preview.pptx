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53"/>
  </p:normalViewPr>
  <p:slideViewPr>
    <p:cSldViewPr snapToGrid="0">
      <p:cViewPr varScale="1">
        <p:scale>
          <a:sx n="109" d="100"/>
          <a:sy n="109" d="100"/>
        </p:scale>
        <p:origin x="8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B2968-A467-52D4-69CE-63E723FC60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4AB030-4D28-CC4B-67D5-8689519DDC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5C774-7E6D-866B-5E52-316E8320F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5339-4698-48CC-B38A-C7E3B054E10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98FF2-4EA2-92F6-7AC1-F09B22AE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EBEC4-5C41-864B-2660-A5B1D350B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DB0E-CC83-456C-8EB0-02D0487CC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221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25BDB-1506-97FF-E51F-6FFE878A8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B7699-9149-0647-B442-446941A43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DAAD6-285D-74E4-F8D9-DC70C7D1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5339-4698-48CC-B38A-C7E3B054E10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C3EBB-AA90-D9C4-433B-192A97AE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D45FC-8047-692F-4819-968E59FEC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DB0E-CC83-456C-8EB0-02D0487CC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608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3F5F9-4504-1B98-A222-7C7A6010E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62238-ADD0-E6D9-B39F-6DD426655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5881E-E8A3-7457-B0D2-226AA4556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5339-4698-48CC-B38A-C7E3B054E10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BBF69-F169-E0F7-230A-2DD39395C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A254A-189D-2F6A-614D-05A50DAD8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DB0E-CC83-456C-8EB0-02D0487CC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26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373E8-5829-4AE8-59CD-24C8F888E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B2B6B-BEDC-FBE6-5036-FA36BEF9A5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5B85D-4EEA-B977-108E-BE89631A5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5EDA2-F3BE-D3CA-20BA-C33340307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5339-4698-48CC-B38A-C7E3B054E10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AEE32-FCD6-3162-4737-EFC7A4BB1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9025BD-94B8-4F4A-71E2-246E0FFD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DB0E-CC83-456C-8EB0-02D0487CC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02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68694-F947-C542-5D8E-E9C20DFC8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EDE7B-9702-0D15-C238-A1C284755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808553-2CA6-4D0F-0792-BD0042041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355B0-A0AC-7923-84E9-C73CCEC2B5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04730C-F310-7BD3-0D82-57D98A83EF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758634-D461-EC81-C40E-52549745C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5339-4698-48CC-B38A-C7E3B054E10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D6C64C-6EC4-6A29-0660-291BB0578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911A4A-15D4-5F51-0C84-E67DF1CDF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DB0E-CC83-456C-8EB0-02D0487CC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807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26D9F-8539-613C-2877-0CBA55C8E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7733A5-CA68-1ECB-2B48-DFE93C88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5339-4698-48CC-B38A-C7E3B054E10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4E9316-A4DD-8B3D-8D0F-C77B617C6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0C877-3BE9-0E06-60CA-5B7E4C28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DB0E-CC83-456C-8EB0-02D0487CC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666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A4ABC2-5CF3-CCE0-9274-229ADD9F5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5339-4698-48CC-B38A-C7E3B054E10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414E4E-4FD6-AEB2-092D-7A2CAA453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38116-BD83-C761-BA52-5EEE15B1E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DB0E-CC83-456C-8EB0-02D0487CC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074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A68A5-1278-D04C-CD78-6C4BB79A1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538E6-2CA7-417B-FB2B-B0121371D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5A552F-4FD6-88BB-1C02-F3180FA98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1A0C91-9F20-85E5-EC5B-311013F5B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5339-4698-48CC-B38A-C7E3B054E10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034F9-0EC1-475C-EA5E-0F686482C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1C737-63ED-46E8-660A-881F3A2D4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DB0E-CC83-456C-8EB0-02D0487CC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883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87678-52F0-5F19-704E-FC5285BC0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5D2F54-3FF7-07A7-F77A-C13D3ECB88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DC1F6-9C7B-BD8F-56AA-B4313E8F5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C81E28-BEFF-DE64-F333-FF218E340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5339-4698-48CC-B38A-C7E3B054E10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115FA-F82C-3010-079F-A84E99E7E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B953E5-8792-BCC3-7AE0-2B734F817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DB0E-CC83-456C-8EB0-02D0487CC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379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CB958-1F7E-908C-6267-255069E9F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1B1650-D87E-109F-4FE5-1EF15E9E8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1D1FF-4E47-963D-2D83-EBAF775D1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5339-4698-48CC-B38A-C7E3B054E10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A7869-82E2-70D4-D1D9-510D84A1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1D64C-0888-AFF5-9472-3EB0E0F4A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DB0E-CC83-456C-8EB0-02D0487CC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61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E56E59-CC1B-F90D-E9D0-6F9C589A83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41ADFC-D1E9-8F5E-4004-9366156BE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CAFAB-B6D4-F78C-F477-A78D3881F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E5339-4698-48CC-B38A-C7E3B054E10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90C67-B936-9C51-D2AD-669740424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D5DE6-F84C-2957-1BA0-01DAF74E3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DB0E-CC83-456C-8EB0-02D0487CC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2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A14F87-3DE3-E9FA-38E1-32EE31B0C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04A18D-5FD0-80C1-92D5-BDBC056A2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7EE8C-34C8-E3CD-B713-8EAAF5752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E5339-4698-48CC-B38A-C7E3B054E10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E30BB-D7D9-331E-1F8A-01E1CB4986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25C61-213D-44AF-D88F-C7668B9EF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4EDB0E-CC83-456C-8EB0-02D0487CC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450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31AC6F0-048C-0DD2-6950-02407B681015}"/>
              </a:ext>
            </a:extLst>
          </p:cNvPr>
          <p:cNvGrpSpPr/>
          <p:nvPr/>
        </p:nvGrpSpPr>
        <p:grpSpPr>
          <a:xfrm>
            <a:off x="984738" y="1113692"/>
            <a:ext cx="10691447" cy="4595446"/>
            <a:chOff x="984738" y="1113692"/>
            <a:chExt cx="10691447" cy="459544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F9B1E6C-8103-73EC-77A4-E77DD4055304}"/>
                </a:ext>
              </a:extLst>
            </p:cNvPr>
            <p:cNvSpPr/>
            <p:nvPr/>
          </p:nvSpPr>
          <p:spPr>
            <a:xfrm>
              <a:off x="984738" y="1113692"/>
              <a:ext cx="10691447" cy="45954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 descr="A black and white square with a square in the middle&#10;&#10;AI-generated content may be incorrect.">
              <a:extLst>
                <a:ext uri="{FF2B5EF4-FFF2-40B4-BE49-F238E27FC236}">
                  <a16:creationId xmlns:a16="http://schemas.microsoft.com/office/drawing/2014/main" id="{0A524B84-F04F-6C84-4823-BB0551426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0533" y="1533546"/>
              <a:ext cx="3771244" cy="377124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F19197E-9FCB-98A6-DDEE-DBA8378D6165}"/>
                </a:ext>
              </a:extLst>
            </p:cNvPr>
            <p:cNvSpPr txBox="1"/>
            <p:nvPr/>
          </p:nvSpPr>
          <p:spPr>
            <a:xfrm>
              <a:off x="5515900" y="1681030"/>
              <a:ext cx="5956175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7200" b="1" i="1" dirty="0">
                  <a:solidFill>
                    <a:srgbClr val="343A40"/>
                  </a:solidFill>
                  <a:effectLst/>
                  <a:latin typeface="Source Sans Pro" panose="020B0503030403020204" pitchFamily="34" charset="0"/>
                </a:rPr>
                <a:t>The Replicards</a:t>
              </a:r>
              <a:endParaRPr lang="en-US" sz="72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23FF1A-78C7-7B6D-25FF-BEFD34CC520F}"/>
                </a:ext>
              </a:extLst>
            </p:cNvPr>
            <p:cNvSpPr txBox="1"/>
            <p:nvPr/>
          </p:nvSpPr>
          <p:spPr>
            <a:xfrm>
              <a:off x="5515899" y="3246500"/>
              <a:ext cx="5879687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5400" i="0" dirty="0">
                  <a:effectLst/>
                  <a:latin typeface="Source Sans Pro" panose="020B0503030403020204" pitchFamily="34" charset="0"/>
                  <a:ea typeface="Source Sans Pro" panose="020B0503030403020204" pitchFamily="34" charset="0"/>
                </a:rPr>
                <a:t>Teaching evolution with a card game.</a:t>
              </a:r>
              <a:endParaRPr lang="en-US" sz="54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151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Source Sans Pro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Elia Mascolo</dc:creator>
  <cp:lastModifiedBy>Hejja-Brichard Yseult</cp:lastModifiedBy>
  <cp:revision>2</cp:revision>
  <dcterms:created xsi:type="dcterms:W3CDTF">2025-02-24T14:49:51Z</dcterms:created>
  <dcterms:modified xsi:type="dcterms:W3CDTF">2025-10-28T15:19:39Z</dcterms:modified>
</cp:coreProperties>
</file>